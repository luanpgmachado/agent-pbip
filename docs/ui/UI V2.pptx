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D9DA1-4795-4C92-A686-33C9CB5BAE52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B2BD1E-0BC5-49EE-9DB6-4FDA99129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9798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3733B-0AAA-65FA-DB34-D48E2FA85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9FB730-E503-1391-5C44-351146EB3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B24C9F-44DF-227D-57E2-E905BBF1C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A4EE1-93D5-4ECD-8FB0-FFC740B7EA6E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1B13E0-7794-8577-FC20-3877C3B05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7CCC21-DE47-0EE7-1F92-6CECB048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3EC-7A44-418B-9183-105EEE9A1F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389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2F274-4F5E-38C3-839A-185153426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E67222-120B-7E49-8EE8-69C7F785A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E693C4-81F7-75CC-8C30-06BEDCB8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A4EE1-93D5-4ECD-8FB0-FFC740B7EA6E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82E3A9-4D45-35A6-B69C-80C5AC1B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C5F0A0-B62B-5BE6-92AC-F6D4F96F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3EC-7A44-418B-9183-105EEE9A1F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011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219CE-F189-7861-50DC-78FE73954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212FF7-378E-7233-189A-4665844AA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E0D710-CDEA-89E9-FFB4-EE3C15574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A4EE1-93D5-4ECD-8FB0-FFC740B7EA6E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C0EA6E-9287-D80F-FF07-EDC8BAF8A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44C0E6-A78A-D283-B627-02CF09F9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3EC-7A44-418B-9183-105EEE9A1F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8199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C553B-0144-ADC1-AFC3-308DBCB3E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58B8C3-631F-8591-E7DF-22D1A292E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86DCB42-BA5A-2EFB-331C-3A304A3F8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4EAF49-F36E-9075-B514-3E52CE476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A4EE1-93D5-4ECD-8FB0-FFC740B7EA6E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972FF9-5D67-582D-602A-5477532F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C452FE-AE4A-F046-C371-2D9C4A4D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3EC-7A44-418B-9183-105EEE9A1F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285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5B271-9304-15B0-B981-708CF849A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51B9D2-BD6D-B144-A81B-A3285D496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CB773F-6B83-4E70-9BB8-0A544F6FE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688801D-2821-5521-9101-081EA7DC2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B3F5AB2-8EC2-EF18-1342-B33375933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F7110FE-4E05-EA62-8140-734AA617E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A4EE1-93D5-4ECD-8FB0-FFC740B7EA6E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133E9EE-4867-3A0A-0E6A-B92565488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22A61D4-E7AB-34B2-6E9B-4B9DD6DFD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3EC-7A44-418B-9183-105EEE9A1F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655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31A0E-1B6B-3C1F-9A00-76FCCB031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C6B04B-523E-DFCD-7C7C-4C442543A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A4EE1-93D5-4ECD-8FB0-FFC740B7EA6E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79AD04-7CD2-EBCE-A8D5-8A819D31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E99B487-AEEF-62A1-0A47-8288FF2A5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3EC-7A44-418B-9183-105EEE9A1F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684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37D18C1-C717-092F-14EB-3B5DBF7AB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A4EE1-93D5-4ECD-8FB0-FFC740B7EA6E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7B564B-CD01-CC4B-328F-BB0F3037F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8F02CB-7BD8-2314-B0BA-4EE858D7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3EC-7A44-418B-9183-105EEE9A1F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265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AA8A1D-C1C0-8A96-C0B7-892B6E2EF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7C8640-BE1F-54F6-8CA5-546B440B3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5F3B79-2801-9C2A-29A4-0B17DA538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F3A569-64BB-9E15-BF38-FC634385C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A4EE1-93D5-4ECD-8FB0-FFC740B7EA6E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5769CA-134A-3CD1-EA55-AB648BA0B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03B846-9E55-8549-A508-A6219938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3EC-7A44-418B-9183-105EEE9A1F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642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65944-7C99-59CE-5975-5281EA4CF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BCA2ED9-0526-01E0-36A3-E72FC2053E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6C6CEB-CDFD-4FFF-4404-CF6D8714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E4F67F-AAE9-1DC4-59D7-CA087103D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A4EE1-93D5-4ECD-8FB0-FFC740B7EA6E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2F2154-1CEC-3E44-D9D6-283FCA2C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1A65EE-411F-250F-518D-AABB4500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3EC-7A44-418B-9183-105EEE9A1F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66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D40D2-4F5B-497B-912B-1068D518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7C2CF6-A05F-0214-22AB-DE2ED9A87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28E226-D55C-8DD5-2D0E-DB55AACA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A4EE1-93D5-4ECD-8FB0-FFC740B7EA6E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CCE95A-6C6D-2DBB-95D3-DB6E03F9F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956AAB-16C4-B279-1CDE-735920E8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3EC-7A44-418B-9183-105EEE9A1F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232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98528C-3A68-AD3F-D693-3D255CFEE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D335D88-3A9F-CD5E-E6BE-46243CCB0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A36EAF-7A67-CD49-C7EF-4AC403EB4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A4EE1-93D5-4ECD-8FB0-FFC740B7EA6E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C39362-7A4C-15FD-2FFE-AC0E90CA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8F1CD7-5D7B-EE68-0931-794187631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673EC-7A44-418B-9183-105EEE9A1F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7379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BD84B67-68B5-83FA-3339-0B289AFD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70A37B-1559-9890-50B2-6888B0D3B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A94A60-ACDB-D79F-E75D-DCE431E1CC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A4EE1-93D5-4ECD-8FB0-FFC740B7EA6E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F1A4E8-7CBF-2A01-404E-DF7371BB8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9CF33B-5E41-A6A8-02C8-982422C7E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8673EC-7A44-418B-9183-105EEE9A1F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3304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E0752-CE38-6E17-EF7D-BAE3C0E2D3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EB2904-E321-2DA2-C28D-9AA531C930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F0F0CF4-1A0C-0964-EA21-FEAD8A497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703"/>
            <a:ext cx="12192000" cy="647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48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CCF72-A487-6072-EF66-EBE6B97C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07B768-4A18-ECC8-069B-680CD5124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5E04A9-F3E4-D881-CCE7-662CA6271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1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768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91BD4-A564-03AB-4774-373C2D14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AD0EDF-092C-6FEC-81AD-D9EF9B207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77B847E-093D-3128-3083-67A94A4CF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5" y="0"/>
            <a:ext cx="120778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2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F61B5F-21E9-5B57-298F-2D6CC1C09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86C85E-E127-E5EC-C3CA-390638F94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9D35ACF-3913-A0C7-C8C1-C52D626AA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29"/>
            <a:ext cx="12192000" cy="681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663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29D31-3425-CF48-2B27-2C2E34436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ACD623-E343-FB30-0433-EA9C597A1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4AB434E-9166-E50E-C288-7E40E8B03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25"/>
            <a:ext cx="12192000" cy="676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36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710D0-50E6-871D-56ED-287759855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D6679-EA56-4818-206B-35BB6C05C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473A90F-3966-A8FE-063E-D22047E1B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"/>
            <a:ext cx="12192000" cy="685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851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0DEBC-F29F-BE96-17A2-83AFDA309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B269FD-47D5-4C09-74EE-78616F05F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12CA76-3D8E-FA8C-49F1-717F2DED0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45"/>
            <a:ext cx="12192000" cy="678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36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1C7080-7291-87C7-0940-BEB92F1F1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6CE998-98E1-C5D1-F435-1E8A18E65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37A641E-E7E9-BB53-3CF0-1CF0AABFD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277"/>
            <a:ext cx="12192000" cy="677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3318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Luan Machado</dc:creator>
  <cp:lastModifiedBy>Luan Machado</cp:lastModifiedBy>
  <cp:revision>1</cp:revision>
  <dcterms:created xsi:type="dcterms:W3CDTF">2026-05-07T13:07:22Z</dcterms:created>
  <dcterms:modified xsi:type="dcterms:W3CDTF">2026-05-07T13:33:46Z</dcterms:modified>
</cp:coreProperties>
</file>