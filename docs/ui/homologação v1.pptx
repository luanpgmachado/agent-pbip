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2906" autoAdjust="0"/>
  </p:normalViewPr>
  <p:slideViewPr>
    <p:cSldViewPr snapToGrid="0">
      <p:cViewPr varScale="1">
        <p:scale>
          <a:sx n="58" d="100"/>
          <a:sy n="58" d="100"/>
        </p:scale>
        <p:origin x="26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0A8099-B02D-4CAA-B084-1C23EE5C4FDF}" type="datetimeFigureOut">
              <a:rPr lang="pt-BR" smtClean="0"/>
              <a:t>07/05/2026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5E6B36-A322-4FA1-A20D-939354FD7A3E}" type="slidenum">
              <a:rPr lang="pt-BR" smtClean="0"/>
              <a:t>‹nº›</a:t>
            </a:fld>
            <a:endParaRPr lang="pt-BR"/>
          </a:p>
        </p:txBody>
      </p:sp>
    </p:spTree>
    <p:extLst>
      <p:ext uri="{BB962C8B-B14F-4D97-AF65-F5344CB8AC3E}">
        <p14:creationId xmlns:p14="http://schemas.microsoft.com/office/powerpoint/2010/main" val="319297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171450" indent="-171450">
              <a:buFontTx/>
              <a:buChar char="-"/>
            </a:pPr>
            <a:r>
              <a:rPr lang="pt-BR" dirty="0"/>
              <a:t>Cards das sessões : “EFICIENCIA OPERACIONAL” e “ SEGURANÇA / QUALIDADE” ocupam a tela toda do </a:t>
            </a:r>
            <a:r>
              <a:rPr lang="pt-BR" dirty="0" err="1"/>
              <a:t>power</a:t>
            </a:r>
            <a:r>
              <a:rPr lang="pt-BR" dirty="0"/>
              <a:t> bi que é 16:9 | Largura 1280(</a:t>
            </a:r>
            <a:r>
              <a:rPr lang="pt-BR" dirty="0" err="1"/>
              <a:t>px</a:t>
            </a:r>
            <a:r>
              <a:rPr lang="pt-BR" dirty="0"/>
              <a:t>) | Altura 720(</a:t>
            </a:r>
            <a:r>
              <a:rPr lang="pt-BR" dirty="0" err="1"/>
              <a:t>px</a:t>
            </a:r>
            <a:r>
              <a:rPr lang="pt-BR" dirty="0"/>
              <a:t>). Sugerir uma forma melhor de apresentar os cards ‘para ficar tudo dentro da medida 16:9 os 6 Cards, gráfico de barras e o </a:t>
            </a:r>
            <a:r>
              <a:rPr lang="pt-BR" dirty="0" err="1"/>
              <a:t>heatmap</a:t>
            </a:r>
            <a:endParaRPr lang="pt-BR" dirty="0"/>
          </a:p>
          <a:p>
            <a:pPr marL="0" indent="0">
              <a:buFontTx/>
              <a:buNone/>
            </a:pPr>
            <a:endParaRPr lang="pt-BR" dirty="0"/>
          </a:p>
        </p:txBody>
      </p:sp>
      <p:sp>
        <p:nvSpPr>
          <p:cNvPr id="4" name="Espaço Reservado para Número de Slide 3"/>
          <p:cNvSpPr>
            <a:spLocks noGrp="1"/>
          </p:cNvSpPr>
          <p:nvPr>
            <p:ph type="sldNum" sz="quarter" idx="5"/>
          </p:nvPr>
        </p:nvSpPr>
        <p:spPr/>
        <p:txBody>
          <a:bodyPr/>
          <a:lstStyle/>
          <a:p>
            <a:fld id="{EB5E6B36-A322-4FA1-A20D-939354FD7A3E}" type="slidenum">
              <a:rPr lang="pt-BR" smtClean="0"/>
              <a:t>1</a:t>
            </a:fld>
            <a:endParaRPr lang="pt-BR"/>
          </a:p>
        </p:txBody>
      </p:sp>
    </p:spTree>
    <p:extLst>
      <p:ext uri="{BB962C8B-B14F-4D97-AF65-F5344CB8AC3E}">
        <p14:creationId xmlns:p14="http://schemas.microsoft.com/office/powerpoint/2010/main" val="863284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r>
              <a:rPr lang="pt-BR" dirty="0" err="1"/>
              <a:t>Payload</a:t>
            </a:r>
            <a:r>
              <a:rPr lang="pt-BR" dirty="0"/>
              <a:t> e </a:t>
            </a:r>
            <a:r>
              <a:rPr lang="pt-BR" dirty="0" err="1"/>
              <a:t>diagnotico</a:t>
            </a:r>
            <a:r>
              <a:rPr lang="pt-BR" dirty="0"/>
              <a:t> técnico precisa ser </a:t>
            </a:r>
            <a:r>
              <a:rPr lang="pt-BR" dirty="0" err="1"/>
              <a:t>excluido</a:t>
            </a:r>
            <a:endParaRPr lang="pt-BR" dirty="0"/>
          </a:p>
        </p:txBody>
      </p:sp>
      <p:sp>
        <p:nvSpPr>
          <p:cNvPr id="4" name="Espaço Reservado para Número de Slide 3"/>
          <p:cNvSpPr>
            <a:spLocks noGrp="1"/>
          </p:cNvSpPr>
          <p:nvPr>
            <p:ph type="sldNum" sz="quarter" idx="5"/>
          </p:nvPr>
        </p:nvSpPr>
        <p:spPr/>
        <p:txBody>
          <a:bodyPr/>
          <a:lstStyle/>
          <a:p>
            <a:fld id="{EB5E6B36-A322-4FA1-A20D-939354FD7A3E}" type="slidenum">
              <a:rPr lang="pt-BR" smtClean="0"/>
              <a:t>2</a:t>
            </a:fld>
            <a:endParaRPr lang="pt-BR"/>
          </a:p>
        </p:txBody>
      </p:sp>
    </p:spTree>
    <p:extLst>
      <p:ext uri="{BB962C8B-B14F-4D97-AF65-F5344CB8AC3E}">
        <p14:creationId xmlns:p14="http://schemas.microsoft.com/office/powerpoint/2010/main" val="359205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171450" indent="-171450">
              <a:buFontTx/>
              <a:buChar char="-"/>
            </a:pPr>
            <a:r>
              <a:rPr lang="pt-BR" dirty="0"/>
              <a:t>Essa sessão mostra o detalhamento porem esta mostrando registros com status NORMAL. Sugestão : Ordenar para mostrar os piores status. Nesse detalhamento precisa ser mostrado onde está o “GAP”. </a:t>
            </a:r>
            <a:r>
              <a:rPr lang="pt-BR" dirty="0" err="1"/>
              <a:t>Ex</a:t>
            </a:r>
            <a:r>
              <a:rPr lang="pt-BR" dirty="0"/>
              <a:t>: dessa media permanência alta, porque esse atendimento está acima da referencia? Qual é o estado desse paciente?</a:t>
            </a:r>
          </a:p>
          <a:p>
            <a:pPr marL="0" indent="0">
              <a:buFontTx/>
              <a:buNone/>
            </a:pPr>
            <a:endParaRPr lang="pt-BR" dirty="0"/>
          </a:p>
        </p:txBody>
      </p:sp>
      <p:sp>
        <p:nvSpPr>
          <p:cNvPr id="4" name="Espaço Reservado para Número de Slide 3"/>
          <p:cNvSpPr>
            <a:spLocks noGrp="1"/>
          </p:cNvSpPr>
          <p:nvPr>
            <p:ph type="sldNum" sz="quarter" idx="5"/>
          </p:nvPr>
        </p:nvSpPr>
        <p:spPr/>
        <p:txBody>
          <a:bodyPr/>
          <a:lstStyle/>
          <a:p>
            <a:fld id="{EB5E6B36-A322-4FA1-A20D-939354FD7A3E}" type="slidenum">
              <a:rPr lang="pt-BR" smtClean="0"/>
              <a:t>3</a:t>
            </a:fld>
            <a:endParaRPr lang="pt-BR"/>
          </a:p>
        </p:txBody>
      </p:sp>
    </p:spTree>
    <p:extLst>
      <p:ext uri="{BB962C8B-B14F-4D97-AF65-F5344CB8AC3E}">
        <p14:creationId xmlns:p14="http://schemas.microsoft.com/office/powerpoint/2010/main" val="3972463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Nesse indicador precisamos saber porque está CRITÍCO?? O que está fazendo esse atendimento está com RISCO Critico?</a:t>
            </a:r>
          </a:p>
        </p:txBody>
      </p:sp>
      <p:sp>
        <p:nvSpPr>
          <p:cNvPr id="4" name="Espaço Reservado para Número de Slide 3"/>
          <p:cNvSpPr>
            <a:spLocks noGrp="1"/>
          </p:cNvSpPr>
          <p:nvPr>
            <p:ph type="sldNum" sz="quarter" idx="5"/>
          </p:nvPr>
        </p:nvSpPr>
        <p:spPr/>
        <p:txBody>
          <a:bodyPr/>
          <a:lstStyle/>
          <a:p>
            <a:fld id="{EB5E6B36-A322-4FA1-A20D-939354FD7A3E}" type="slidenum">
              <a:rPr lang="pt-BR" smtClean="0"/>
              <a:t>4</a:t>
            </a:fld>
            <a:endParaRPr lang="pt-BR"/>
          </a:p>
        </p:txBody>
      </p:sp>
    </p:spTree>
    <p:extLst>
      <p:ext uri="{BB962C8B-B14F-4D97-AF65-F5344CB8AC3E}">
        <p14:creationId xmlns:p14="http://schemas.microsoft.com/office/powerpoint/2010/main" val="457882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Nesse indicador precisamos saber porque está CRITÍCO?? O que está fazendo esse atendimento está com RISCO Critico?</a:t>
            </a:r>
          </a:p>
          <a:p>
            <a:r>
              <a:rPr lang="pt-BR" dirty="0"/>
              <a:t>- TOP SETORES DE SAIDA UTI (CARD): Esse indicador não se mostra em CARD e sim em gráfico de barras no formato RANK</a:t>
            </a:r>
          </a:p>
        </p:txBody>
      </p:sp>
      <p:sp>
        <p:nvSpPr>
          <p:cNvPr id="4" name="Espaço Reservado para Número de Slide 3"/>
          <p:cNvSpPr>
            <a:spLocks noGrp="1"/>
          </p:cNvSpPr>
          <p:nvPr>
            <p:ph type="sldNum" sz="quarter" idx="5"/>
          </p:nvPr>
        </p:nvSpPr>
        <p:spPr/>
        <p:txBody>
          <a:bodyPr/>
          <a:lstStyle/>
          <a:p>
            <a:fld id="{EB5E6B36-A322-4FA1-A20D-939354FD7A3E}" type="slidenum">
              <a:rPr lang="pt-BR" smtClean="0"/>
              <a:t>5</a:t>
            </a:fld>
            <a:endParaRPr lang="pt-BR"/>
          </a:p>
        </p:txBody>
      </p:sp>
    </p:spTree>
    <p:extLst>
      <p:ext uri="{BB962C8B-B14F-4D97-AF65-F5344CB8AC3E}">
        <p14:creationId xmlns:p14="http://schemas.microsoft.com/office/powerpoint/2010/main" val="783567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Ajuste comentado pelo Fabio</a:t>
            </a:r>
          </a:p>
          <a:p>
            <a:endParaRPr lang="pt-BR" dirty="0"/>
          </a:p>
          <a:p>
            <a:pPr marL="171450" indent="-171450">
              <a:buFontTx/>
              <a:buChar char="-"/>
            </a:pPr>
            <a:r>
              <a:rPr lang="pt-BR" dirty="0"/>
              <a:t>Verificar no </a:t>
            </a:r>
            <a:r>
              <a:rPr lang="pt-BR" dirty="0" err="1"/>
              <a:t>tasy</a:t>
            </a:r>
            <a:r>
              <a:rPr lang="pt-BR" dirty="0"/>
              <a:t> se a Data Previsão Alta está sendo preenchida e fazer uma comparação com a data do contrato que será disponibilizada pelo time Santa Casa</a:t>
            </a:r>
          </a:p>
          <a:p>
            <a:pPr marL="171450" indent="-171450">
              <a:buFontTx/>
              <a:buChar char="-"/>
            </a:pPr>
            <a:r>
              <a:rPr lang="pt-BR" dirty="0"/>
              <a:t>Visão comparativa Contrato VS CID (</a:t>
            </a:r>
            <a:r>
              <a:rPr lang="pt-BR" dirty="0" err="1"/>
              <a:t>Ex</a:t>
            </a:r>
            <a:r>
              <a:rPr lang="pt-BR" dirty="0"/>
              <a:t>: No data sus uma doença tem parâmetro de tempo para alta de 5 dias e no contrato 7. Fazer uma ponderada)</a:t>
            </a:r>
          </a:p>
          <a:p>
            <a:pPr marL="171450" indent="-171450">
              <a:buFontTx/>
              <a:buChar char="-"/>
            </a:pPr>
            <a:r>
              <a:rPr lang="pt-BR" dirty="0"/>
              <a:t>Falta mostrar uma visão AÇÃO antes do TIPO ERRO (</a:t>
            </a:r>
            <a:r>
              <a:rPr lang="pt-BR" dirty="0" err="1"/>
              <a:t>Ex</a:t>
            </a:r>
            <a:r>
              <a:rPr lang="pt-BR" dirty="0"/>
              <a:t>: um paciente tem previsão de alta para daqui a 3 dias, mostrar alerta na tela mostrando esse registro para o cliente poder agir antes do TIPO ERRO)</a:t>
            </a:r>
          </a:p>
          <a:p>
            <a:pPr marL="0" indent="0">
              <a:buFontTx/>
              <a:buNone/>
            </a:pPr>
            <a:endParaRPr lang="pt-BR" dirty="0"/>
          </a:p>
        </p:txBody>
      </p:sp>
      <p:sp>
        <p:nvSpPr>
          <p:cNvPr id="4" name="Espaço Reservado para Número de Slide 3"/>
          <p:cNvSpPr>
            <a:spLocks noGrp="1"/>
          </p:cNvSpPr>
          <p:nvPr>
            <p:ph type="sldNum" sz="quarter" idx="5"/>
          </p:nvPr>
        </p:nvSpPr>
        <p:spPr/>
        <p:txBody>
          <a:bodyPr/>
          <a:lstStyle/>
          <a:p>
            <a:fld id="{EB5E6B36-A322-4FA1-A20D-939354FD7A3E}" type="slidenum">
              <a:rPr lang="pt-BR" smtClean="0"/>
              <a:t>6</a:t>
            </a:fld>
            <a:endParaRPr lang="pt-BR"/>
          </a:p>
        </p:txBody>
      </p:sp>
    </p:spTree>
    <p:extLst>
      <p:ext uri="{BB962C8B-B14F-4D97-AF65-F5344CB8AC3E}">
        <p14:creationId xmlns:p14="http://schemas.microsoft.com/office/powerpoint/2010/main" val="1216950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171450" indent="-171450">
              <a:buFontTx/>
              <a:buChar char="-"/>
            </a:pPr>
            <a:r>
              <a:rPr lang="pt-BR" dirty="0"/>
              <a:t>Esse indicador esta mostrando DENTRO SLA no status mas isso não traz informação para Plano Operacional. Para esse indicador detalhado precisa mostrar primeiro os casos fora do SLA para operação atuar e entender o porque. </a:t>
            </a:r>
            <a:r>
              <a:rPr lang="pt-BR" dirty="0" err="1"/>
              <a:t>Ex</a:t>
            </a:r>
            <a:r>
              <a:rPr lang="pt-BR" dirty="0"/>
              <a:t> o paciente cuja a prescrição está fora do SLA porque? O que falta para ele ? O que esta pendente? (Precisa primeiro olhar o SQL do </a:t>
            </a:r>
            <a:r>
              <a:rPr lang="pt-BR" dirty="0" err="1"/>
              <a:t>incicador</a:t>
            </a:r>
            <a:r>
              <a:rPr lang="pt-BR" dirty="0"/>
              <a:t> 2) </a:t>
            </a:r>
          </a:p>
          <a:p>
            <a:pPr marL="171450" indent="-171450">
              <a:buFontTx/>
              <a:buChar char="-"/>
            </a:pPr>
            <a:r>
              <a:rPr lang="pt-BR" dirty="0"/>
              <a:t>Incluir detalhe da prescrição para mostrar o que esta pendente em uma determinada prescrição</a:t>
            </a:r>
          </a:p>
          <a:p>
            <a:pPr marL="0" indent="0">
              <a:buFontTx/>
              <a:buNone/>
            </a:pPr>
            <a:endParaRPr lang="pt-BR" dirty="0"/>
          </a:p>
          <a:p>
            <a:pPr marL="0" indent="0">
              <a:buFontTx/>
              <a:buNone/>
            </a:pPr>
            <a:endParaRPr lang="pt-BR" dirty="0"/>
          </a:p>
          <a:p>
            <a:pPr marL="0" indent="0">
              <a:buFontTx/>
              <a:buNone/>
            </a:pPr>
            <a:r>
              <a:rPr lang="pt-BR" dirty="0"/>
              <a:t>Medidas novas que podem entrar nessa sessão</a:t>
            </a:r>
          </a:p>
          <a:p>
            <a:pPr marL="171450" indent="-171450">
              <a:buFontTx/>
              <a:buChar char="-"/>
            </a:pPr>
            <a:r>
              <a:rPr lang="pt-BR" dirty="0"/>
              <a:t>Total de exames pendentes (mostrar detalhe, para saber qual status está?)</a:t>
            </a:r>
          </a:p>
          <a:p>
            <a:pPr marL="171450" indent="-171450">
              <a:buFontTx/>
              <a:buChar char="-"/>
            </a:pPr>
            <a:r>
              <a:rPr lang="pt-BR" dirty="0"/>
              <a:t>Total de exames pendentes por status</a:t>
            </a:r>
          </a:p>
          <a:p>
            <a:pPr marL="171450" indent="-171450">
              <a:buFontTx/>
              <a:buChar char="-"/>
            </a:pPr>
            <a:r>
              <a:rPr lang="pt-BR" dirty="0"/>
              <a:t>Top 10 pendencias (CID)</a:t>
            </a:r>
          </a:p>
          <a:p>
            <a:pPr marL="171450" indent="-171450">
              <a:buFontTx/>
              <a:buChar char="-"/>
            </a:pPr>
            <a:r>
              <a:rPr lang="pt-BR" dirty="0"/>
              <a:t>Media TAT (DT_PRESCRICAO ATE COLETA)</a:t>
            </a:r>
          </a:p>
          <a:p>
            <a:pPr marL="171450" indent="-171450">
              <a:buFontTx/>
              <a:buChar char="-"/>
            </a:pPr>
            <a:r>
              <a:rPr lang="pt-BR" dirty="0"/>
              <a:t>Media TAT (DT_PRESCRICAO ATE RESULTA)</a:t>
            </a:r>
          </a:p>
          <a:p>
            <a:pPr marL="171450" indent="-171450">
              <a:buFontTx/>
              <a:buChar char="-"/>
            </a:pPr>
            <a:r>
              <a:rPr lang="pt-BR" dirty="0"/>
              <a:t>Para imagem TAT (DT_PRESCRICAO ATE DT_LAUDO) | aqui mostra total geral </a:t>
            </a:r>
          </a:p>
          <a:p>
            <a:pPr marL="171450" indent="-171450">
              <a:buFontTx/>
              <a:buChar char="-"/>
            </a:pPr>
            <a:r>
              <a:rPr lang="pt-BR" dirty="0"/>
              <a:t>Para imagem TAT (DT_PRESCRICAO ATE </a:t>
            </a:r>
            <a:r>
              <a:rPr lang="pt-BR" sz="1200" kern="1200" dirty="0">
                <a:solidFill>
                  <a:schemeClr val="tx1"/>
                </a:solidFill>
                <a:effectLst/>
                <a:latin typeface="+mn-lt"/>
                <a:ea typeface="+mn-ea"/>
                <a:cs typeface="+mn-cs"/>
              </a:rPr>
              <a:t>DT_REALIZADO</a:t>
            </a:r>
            <a:r>
              <a:rPr lang="pt-BR" dirty="0"/>
              <a:t>) aqui mede eficiência interna hospital</a:t>
            </a:r>
          </a:p>
          <a:p>
            <a:pPr marL="171450" indent="-171450">
              <a:buFontTx/>
              <a:buChar char="-"/>
            </a:pPr>
            <a:r>
              <a:rPr lang="pt-BR" dirty="0"/>
              <a:t>Para imagem TAT (</a:t>
            </a:r>
            <a:r>
              <a:rPr lang="pt-BR" sz="1200" kern="1200" dirty="0">
                <a:solidFill>
                  <a:schemeClr val="tx1"/>
                </a:solidFill>
                <a:effectLst/>
                <a:latin typeface="+mn-lt"/>
                <a:ea typeface="+mn-ea"/>
                <a:cs typeface="+mn-cs"/>
              </a:rPr>
              <a:t>DT_REALIZADO ate DT_LAUDO) aqui mede eficiência do </a:t>
            </a:r>
            <a:r>
              <a:rPr lang="pt-BR" sz="1200" kern="1200">
                <a:solidFill>
                  <a:schemeClr val="tx1"/>
                </a:solidFill>
                <a:effectLst/>
                <a:latin typeface="+mn-lt"/>
                <a:ea typeface="+mn-ea"/>
                <a:cs typeface="+mn-cs"/>
              </a:rPr>
              <a:t>medico terceiro</a:t>
            </a:r>
            <a:endParaRPr lang="pt-BR" dirty="0"/>
          </a:p>
        </p:txBody>
      </p:sp>
      <p:sp>
        <p:nvSpPr>
          <p:cNvPr id="4" name="Espaço Reservado para Número de Slide 3"/>
          <p:cNvSpPr>
            <a:spLocks noGrp="1"/>
          </p:cNvSpPr>
          <p:nvPr>
            <p:ph type="sldNum" sz="quarter" idx="5"/>
          </p:nvPr>
        </p:nvSpPr>
        <p:spPr/>
        <p:txBody>
          <a:bodyPr/>
          <a:lstStyle/>
          <a:p>
            <a:fld id="{EB5E6B36-A322-4FA1-A20D-939354FD7A3E}" type="slidenum">
              <a:rPr lang="pt-BR" smtClean="0"/>
              <a:t>7</a:t>
            </a:fld>
            <a:endParaRPr lang="pt-BR"/>
          </a:p>
        </p:txBody>
      </p:sp>
    </p:spTree>
    <p:extLst>
      <p:ext uri="{BB962C8B-B14F-4D97-AF65-F5344CB8AC3E}">
        <p14:creationId xmlns:p14="http://schemas.microsoft.com/office/powerpoint/2010/main" val="1217755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BC1692-DE1B-64E7-4C7C-2FB295432D9D}"/>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EBA3FA52-EA09-275A-958A-688F7EDF1F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A57778BE-D5AF-82E5-EB18-E7B966C20FFD}"/>
              </a:ext>
            </a:extLst>
          </p:cNvPr>
          <p:cNvSpPr>
            <a:spLocks noGrp="1"/>
          </p:cNvSpPr>
          <p:nvPr>
            <p:ph type="dt" sz="half" idx="10"/>
          </p:nvPr>
        </p:nvSpPr>
        <p:spPr/>
        <p:txBody>
          <a:bodyPr/>
          <a:lstStyle/>
          <a:p>
            <a:fld id="{30276375-3082-44E4-B673-8BDE272A4446}" type="datetimeFigureOut">
              <a:rPr lang="pt-BR" smtClean="0"/>
              <a:t>07/05/2026</a:t>
            </a:fld>
            <a:endParaRPr lang="pt-BR"/>
          </a:p>
        </p:txBody>
      </p:sp>
      <p:sp>
        <p:nvSpPr>
          <p:cNvPr id="5" name="Espaço Reservado para Rodapé 4">
            <a:extLst>
              <a:ext uri="{FF2B5EF4-FFF2-40B4-BE49-F238E27FC236}">
                <a16:creationId xmlns:a16="http://schemas.microsoft.com/office/drawing/2014/main" id="{A2531785-0C01-A39B-F7FB-B5E10C8150E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C42D81E-15DF-88C6-B4F0-BC7D234BACA4}"/>
              </a:ext>
            </a:extLst>
          </p:cNvPr>
          <p:cNvSpPr>
            <a:spLocks noGrp="1"/>
          </p:cNvSpPr>
          <p:nvPr>
            <p:ph type="sldNum" sz="quarter" idx="12"/>
          </p:nvPr>
        </p:nvSpPr>
        <p:spPr/>
        <p:txBody>
          <a:bodyPr/>
          <a:lstStyle/>
          <a:p>
            <a:fld id="{C162BBAF-71F3-4A8B-B907-80A6AB04134C}" type="slidenum">
              <a:rPr lang="pt-BR" smtClean="0"/>
              <a:t>‹nº›</a:t>
            </a:fld>
            <a:endParaRPr lang="pt-BR"/>
          </a:p>
        </p:txBody>
      </p:sp>
    </p:spTree>
    <p:extLst>
      <p:ext uri="{BB962C8B-B14F-4D97-AF65-F5344CB8AC3E}">
        <p14:creationId xmlns:p14="http://schemas.microsoft.com/office/powerpoint/2010/main" val="2138721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5576A0-730D-0082-4DF8-12A9A5F6CE84}"/>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8AB80A11-AE3A-9CF1-04DC-7B5E9F1B24C1}"/>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FDA22B8-EA36-3215-A6AD-74E337EF1A05}"/>
              </a:ext>
            </a:extLst>
          </p:cNvPr>
          <p:cNvSpPr>
            <a:spLocks noGrp="1"/>
          </p:cNvSpPr>
          <p:nvPr>
            <p:ph type="dt" sz="half" idx="10"/>
          </p:nvPr>
        </p:nvSpPr>
        <p:spPr/>
        <p:txBody>
          <a:bodyPr/>
          <a:lstStyle/>
          <a:p>
            <a:fld id="{30276375-3082-44E4-B673-8BDE272A4446}" type="datetimeFigureOut">
              <a:rPr lang="pt-BR" smtClean="0"/>
              <a:t>07/05/2026</a:t>
            </a:fld>
            <a:endParaRPr lang="pt-BR"/>
          </a:p>
        </p:txBody>
      </p:sp>
      <p:sp>
        <p:nvSpPr>
          <p:cNvPr id="5" name="Espaço Reservado para Rodapé 4">
            <a:extLst>
              <a:ext uri="{FF2B5EF4-FFF2-40B4-BE49-F238E27FC236}">
                <a16:creationId xmlns:a16="http://schemas.microsoft.com/office/drawing/2014/main" id="{CE857FE4-C2F8-D6CB-6FDE-04172B22E93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D043745-7D20-2732-B8A6-9B72AD64C606}"/>
              </a:ext>
            </a:extLst>
          </p:cNvPr>
          <p:cNvSpPr>
            <a:spLocks noGrp="1"/>
          </p:cNvSpPr>
          <p:nvPr>
            <p:ph type="sldNum" sz="quarter" idx="12"/>
          </p:nvPr>
        </p:nvSpPr>
        <p:spPr/>
        <p:txBody>
          <a:bodyPr/>
          <a:lstStyle/>
          <a:p>
            <a:fld id="{C162BBAF-71F3-4A8B-B907-80A6AB04134C}" type="slidenum">
              <a:rPr lang="pt-BR" smtClean="0"/>
              <a:t>‹nº›</a:t>
            </a:fld>
            <a:endParaRPr lang="pt-BR"/>
          </a:p>
        </p:txBody>
      </p:sp>
    </p:spTree>
    <p:extLst>
      <p:ext uri="{BB962C8B-B14F-4D97-AF65-F5344CB8AC3E}">
        <p14:creationId xmlns:p14="http://schemas.microsoft.com/office/powerpoint/2010/main" val="1321355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36A2EB-4C7E-5CFF-009D-932C44C2632E}"/>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A1AD816B-6FA2-019F-1D24-F95D277652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F284CE03-5BB7-54A9-41F8-5BD36D37B8C0}"/>
              </a:ext>
            </a:extLst>
          </p:cNvPr>
          <p:cNvSpPr>
            <a:spLocks noGrp="1"/>
          </p:cNvSpPr>
          <p:nvPr>
            <p:ph type="dt" sz="half" idx="10"/>
          </p:nvPr>
        </p:nvSpPr>
        <p:spPr/>
        <p:txBody>
          <a:bodyPr/>
          <a:lstStyle/>
          <a:p>
            <a:fld id="{30276375-3082-44E4-B673-8BDE272A4446}" type="datetimeFigureOut">
              <a:rPr lang="pt-BR" smtClean="0"/>
              <a:t>07/05/2026</a:t>
            </a:fld>
            <a:endParaRPr lang="pt-BR"/>
          </a:p>
        </p:txBody>
      </p:sp>
      <p:sp>
        <p:nvSpPr>
          <p:cNvPr id="5" name="Espaço Reservado para Rodapé 4">
            <a:extLst>
              <a:ext uri="{FF2B5EF4-FFF2-40B4-BE49-F238E27FC236}">
                <a16:creationId xmlns:a16="http://schemas.microsoft.com/office/drawing/2014/main" id="{9125AE34-6E00-701B-B0F5-8688FC319BE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DFCF815-5AC6-0A1F-C58A-EFF72619D89E}"/>
              </a:ext>
            </a:extLst>
          </p:cNvPr>
          <p:cNvSpPr>
            <a:spLocks noGrp="1"/>
          </p:cNvSpPr>
          <p:nvPr>
            <p:ph type="sldNum" sz="quarter" idx="12"/>
          </p:nvPr>
        </p:nvSpPr>
        <p:spPr/>
        <p:txBody>
          <a:bodyPr/>
          <a:lstStyle/>
          <a:p>
            <a:fld id="{C162BBAF-71F3-4A8B-B907-80A6AB04134C}" type="slidenum">
              <a:rPr lang="pt-BR" smtClean="0"/>
              <a:t>‹nº›</a:t>
            </a:fld>
            <a:endParaRPr lang="pt-BR"/>
          </a:p>
        </p:txBody>
      </p:sp>
    </p:spTree>
    <p:extLst>
      <p:ext uri="{BB962C8B-B14F-4D97-AF65-F5344CB8AC3E}">
        <p14:creationId xmlns:p14="http://schemas.microsoft.com/office/powerpoint/2010/main" val="2831095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8FCA9C-6208-9E4A-6340-9FB6ED9AB03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72DD14B-BE87-6A88-7D1B-863124D13FE1}"/>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ACC7784-591B-5B9C-1C74-CCA6D341AA15}"/>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B1F8E90B-7DF6-03A4-0F42-9AAE55CA03B7}"/>
              </a:ext>
            </a:extLst>
          </p:cNvPr>
          <p:cNvSpPr>
            <a:spLocks noGrp="1"/>
          </p:cNvSpPr>
          <p:nvPr>
            <p:ph type="dt" sz="half" idx="10"/>
          </p:nvPr>
        </p:nvSpPr>
        <p:spPr/>
        <p:txBody>
          <a:bodyPr/>
          <a:lstStyle/>
          <a:p>
            <a:fld id="{30276375-3082-44E4-B673-8BDE272A4446}" type="datetimeFigureOut">
              <a:rPr lang="pt-BR" smtClean="0"/>
              <a:t>07/05/2026</a:t>
            </a:fld>
            <a:endParaRPr lang="pt-BR"/>
          </a:p>
        </p:txBody>
      </p:sp>
      <p:sp>
        <p:nvSpPr>
          <p:cNvPr id="6" name="Espaço Reservado para Rodapé 5">
            <a:extLst>
              <a:ext uri="{FF2B5EF4-FFF2-40B4-BE49-F238E27FC236}">
                <a16:creationId xmlns:a16="http://schemas.microsoft.com/office/drawing/2014/main" id="{DEF40EE1-9C68-0BC0-DF2B-68E0D4B6988C}"/>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C51BE83-4035-1599-7568-FFA019FD5523}"/>
              </a:ext>
            </a:extLst>
          </p:cNvPr>
          <p:cNvSpPr>
            <a:spLocks noGrp="1"/>
          </p:cNvSpPr>
          <p:nvPr>
            <p:ph type="sldNum" sz="quarter" idx="12"/>
          </p:nvPr>
        </p:nvSpPr>
        <p:spPr/>
        <p:txBody>
          <a:bodyPr/>
          <a:lstStyle/>
          <a:p>
            <a:fld id="{C162BBAF-71F3-4A8B-B907-80A6AB04134C}" type="slidenum">
              <a:rPr lang="pt-BR" smtClean="0"/>
              <a:t>‹nº›</a:t>
            </a:fld>
            <a:endParaRPr lang="pt-BR"/>
          </a:p>
        </p:txBody>
      </p:sp>
    </p:spTree>
    <p:extLst>
      <p:ext uri="{BB962C8B-B14F-4D97-AF65-F5344CB8AC3E}">
        <p14:creationId xmlns:p14="http://schemas.microsoft.com/office/powerpoint/2010/main" val="93842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9CE220-DC99-764B-0443-E56452F26240}"/>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D655EBD4-57F2-25D6-1FF7-925D1E7D97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8833F2A6-05FE-49AD-422D-DB619FBBE845}"/>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61EC2FE-6B03-288B-DA09-F6BB88C49E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48CE3BAA-C8CE-F593-5517-386EB3B098D1}"/>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5855F0B-0ED2-8D05-B20C-677D617B368E}"/>
              </a:ext>
            </a:extLst>
          </p:cNvPr>
          <p:cNvSpPr>
            <a:spLocks noGrp="1"/>
          </p:cNvSpPr>
          <p:nvPr>
            <p:ph type="dt" sz="half" idx="10"/>
          </p:nvPr>
        </p:nvSpPr>
        <p:spPr/>
        <p:txBody>
          <a:bodyPr/>
          <a:lstStyle/>
          <a:p>
            <a:fld id="{30276375-3082-44E4-B673-8BDE272A4446}" type="datetimeFigureOut">
              <a:rPr lang="pt-BR" smtClean="0"/>
              <a:t>07/05/2026</a:t>
            </a:fld>
            <a:endParaRPr lang="pt-BR"/>
          </a:p>
        </p:txBody>
      </p:sp>
      <p:sp>
        <p:nvSpPr>
          <p:cNvPr id="8" name="Espaço Reservado para Rodapé 7">
            <a:extLst>
              <a:ext uri="{FF2B5EF4-FFF2-40B4-BE49-F238E27FC236}">
                <a16:creationId xmlns:a16="http://schemas.microsoft.com/office/drawing/2014/main" id="{2A7E1C55-225E-617D-7C23-262F6B2B7F0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ADABC5A7-B66E-5202-C78F-F3B5CF1D7774}"/>
              </a:ext>
            </a:extLst>
          </p:cNvPr>
          <p:cNvSpPr>
            <a:spLocks noGrp="1"/>
          </p:cNvSpPr>
          <p:nvPr>
            <p:ph type="sldNum" sz="quarter" idx="12"/>
          </p:nvPr>
        </p:nvSpPr>
        <p:spPr/>
        <p:txBody>
          <a:bodyPr/>
          <a:lstStyle/>
          <a:p>
            <a:fld id="{C162BBAF-71F3-4A8B-B907-80A6AB04134C}" type="slidenum">
              <a:rPr lang="pt-BR" smtClean="0"/>
              <a:t>‹nº›</a:t>
            </a:fld>
            <a:endParaRPr lang="pt-BR"/>
          </a:p>
        </p:txBody>
      </p:sp>
    </p:spTree>
    <p:extLst>
      <p:ext uri="{BB962C8B-B14F-4D97-AF65-F5344CB8AC3E}">
        <p14:creationId xmlns:p14="http://schemas.microsoft.com/office/powerpoint/2010/main" val="2957460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6DBEF4-8204-EB34-A9B6-4A1BB4DFB799}"/>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A51E5EFA-8A63-06A1-C413-6280D79E9817}"/>
              </a:ext>
            </a:extLst>
          </p:cNvPr>
          <p:cNvSpPr>
            <a:spLocks noGrp="1"/>
          </p:cNvSpPr>
          <p:nvPr>
            <p:ph type="dt" sz="half" idx="10"/>
          </p:nvPr>
        </p:nvSpPr>
        <p:spPr/>
        <p:txBody>
          <a:bodyPr/>
          <a:lstStyle/>
          <a:p>
            <a:fld id="{30276375-3082-44E4-B673-8BDE272A4446}" type="datetimeFigureOut">
              <a:rPr lang="pt-BR" smtClean="0"/>
              <a:t>07/05/2026</a:t>
            </a:fld>
            <a:endParaRPr lang="pt-BR"/>
          </a:p>
        </p:txBody>
      </p:sp>
      <p:sp>
        <p:nvSpPr>
          <p:cNvPr id="4" name="Espaço Reservado para Rodapé 3">
            <a:extLst>
              <a:ext uri="{FF2B5EF4-FFF2-40B4-BE49-F238E27FC236}">
                <a16:creationId xmlns:a16="http://schemas.microsoft.com/office/drawing/2014/main" id="{F7A1B5AE-FB2F-66E4-2365-9F02DBBFBE9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8E5CB687-C5B1-D4EE-F0F8-33D5D72C917E}"/>
              </a:ext>
            </a:extLst>
          </p:cNvPr>
          <p:cNvSpPr>
            <a:spLocks noGrp="1"/>
          </p:cNvSpPr>
          <p:nvPr>
            <p:ph type="sldNum" sz="quarter" idx="12"/>
          </p:nvPr>
        </p:nvSpPr>
        <p:spPr/>
        <p:txBody>
          <a:bodyPr/>
          <a:lstStyle/>
          <a:p>
            <a:fld id="{C162BBAF-71F3-4A8B-B907-80A6AB04134C}" type="slidenum">
              <a:rPr lang="pt-BR" smtClean="0"/>
              <a:t>‹nº›</a:t>
            </a:fld>
            <a:endParaRPr lang="pt-BR"/>
          </a:p>
        </p:txBody>
      </p:sp>
    </p:spTree>
    <p:extLst>
      <p:ext uri="{BB962C8B-B14F-4D97-AF65-F5344CB8AC3E}">
        <p14:creationId xmlns:p14="http://schemas.microsoft.com/office/powerpoint/2010/main" val="4215816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50652FEE-85E8-2D97-3470-A1EDDCBA1549}"/>
              </a:ext>
            </a:extLst>
          </p:cNvPr>
          <p:cNvSpPr>
            <a:spLocks noGrp="1"/>
          </p:cNvSpPr>
          <p:nvPr>
            <p:ph type="dt" sz="half" idx="10"/>
          </p:nvPr>
        </p:nvSpPr>
        <p:spPr/>
        <p:txBody>
          <a:bodyPr/>
          <a:lstStyle/>
          <a:p>
            <a:fld id="{30276375-3082-44E4-B673-8BDE272A4446}" type="datetimeFigureOut">
              <a:rPr lang="pt-BR" smtClean="0"/>
              <a:t>07/05/2026</a:t>
            </a:fld>
            <a:endParaRPr lang="pt-BR"/>
          </a:p>
        </p:txBody>
      </p:sp>
      <p:sp>
        <p:nvSpPr>
          <p:cNvPr id="3" name="Espaço Reservado para Rodapé 2">
            <a:extLst>
              <a:ext uri="{FF2B5EF4-FFF2-40B4-BE49-F238E27FC236}">
                <a16:creationId xmlns:a16="http://schemas.microsoft.com/office/drawing/2014/main" id="{810CC3F9-D02B-D537-7312-1FE18AE7016E}"/>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E1E13187-AC83-207C-A86B-EE2513F9A6FE}"/>
              </a:ext>
            </a:extLst>
          </p:cNvPr>
          <p:cNvSpPr>
            <a:spLocks noGrp="1"/>
          </p:cNvSpPr>
          <p:nvPr>
            <p:ph type="sldNum" sz="quarter" idx="12"/>
          </p:nvPr>
        </p:nvSpPr>
        <p:spPr/>
        <p:txBody>
          <a:bodyPr/>
          <a:lstStyle/>
          <a:p>
            <a:fld id="{C162BBAF-71F3-4A8B-B907-80A6AB04134C}" type="slidenum">
              <a:rPr lang="pt-BR" smtClean="0"/>
              <a:t>‹nº›</a:t>
            </a:fld>
            <a:endParaRPr lang="pt-BR"/>
          </a:p>
        </p:txBody>
      </p:sp>
    </p:spTree>
    <p:extLst>
      <p:ext uri="{BB962C8B-B14F-4D97-AF65-F5344CB8AC3E}">
        <p14:creationId xmlns:p14="http://schemas.microsoft.com/office/powerpoint/2010/main" val="3781436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2BF4B6-B934-36D7-7ABF-219DC195A60B}"/>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F3FFB7F9-4212-753F-2740-F10928D189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C7F15F15-75E8-6005-BD30-4293192521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DE768B71-BD61-7F95-D4D4-B991B19FD358}"/>
              </a:ext>
            </a:extLst>
          </p:cNvPr>
          <p:cNvSpPr>
            <a:spLocks noGrp="1"/>
          </p:cNvSpPr>
          <p:nvPr>
            <p:ph type="dt" sz="half" idx="10"/>
          </p:nvPr>
        </p:nvSpPr>
        <p:spPr/>
        <p:txBody>
          <a:bodyPr/>
          <a:lstStyle/>
          <a:p>
            <a:fld id="{30276375-3082-44E4-B673-8BDE272A4446}" type="datetimeFigureOut">
              <a:rPr lang="pt-BR" smtClean="0"/>
              <a:t>07/05/2026</a:t>
            </a:fld>
            <a:endParaRPr lang="pt-BR"/>
          </a:p>
        </p:txBody>
      </p:sp>
      <p:sp>
        <p:nvSpPr>
          <p:cNvPr id="6" name="Espaço Reservado para Rodapé 5">
            <a:extLst>
              <a:ext uri="{FF2B5EF4-FFF2-40B4-BE49-F238E27FC236}">
                <a16:creationId xmlns:a16="http://schemas.microsoft.com/office/drawing/2014/main" id="{D4278707-DA74-92A4-A629-6B4764A0C07C}"/>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8092E8E-7E27-64CB-B709-4BD1AE12226D}"/>
              </a:ext>
            </a:extLst>
          </p:cNvPr>
          <p:cNvSpPr>
            <a:spLocks noGrp="1"/>
          </p:cNvSpPr>
          <p:nvPr>
            <p:ph type="sldNum" sz="quarter" idx="12"/>
          </p:nvPr>
        </p:nvSpPr>
        <p:spPr/>
        <p:txBody>
          <a:bodyPr/>
          <a:lstStyle/>
          <a:p>
            <a:fld id="{C162BBAF-71F3-4A8B-B907-80A6AB04134C}" type="slidenum">
              <a:rPr lang="pt-BR" smtClean="0"/>
              <a:t>‹nº›</a:t>
            </a:fld>
            <a:endParaRPr lang="pt-BR"/>
          </a:p>
        </p:txBody>
      </p:sp>
    </p:spTree>
    <p:extLst>
      <p:ext uri="{BB962C8B-B14F-4D97-AF65-F5344CB8AC3E}">
        <p14:creationId xmlns:p14="http://schemas.microsoft.com/office/powerpoint/2010/main" val="685087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FA7686-38DB-EE76-C833-24F946D24404}"/>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E674EC4D-E0CE-ECBB-A2DF-D1B41E8450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061C7B5D-FEE1-6ABA-6877-660EACA453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70D3AF3-9DCA-F7CF-9EEA-B0BEDBCEF75C}"/>
              </a:ext>
            </a:extLst>
          </p:cNvPr>
          <p:cNvSpPr>
            <a:spLocks noGrp="1"/>
          </p:cNvSpPr>
          <p:nvPr>
            <p:ph type="dt" sz="half" idx="10"/>
          </p:nvPr>
        </p:nvSpPr>
        <p:spPr/>
        <p:txBody>
          <a:bodyPr/>
          <a:lstStyle/>
          <a:p>
            <a:fld id="{30276375-3082-44E4-B673-8BDE272A4446}" type="datetimeFigureOut">
              <a:rPr lang="pt-BR" smtClean="0"/>
              <a:t>07/05/2026</a:t>
            </a:fld>
            <a:endParaRPr lang="pt-BR"/>
          </a:p>
        </p:txBody>
      </p:sp>
      <p:sp>
        <p:nvSpPr>
          <p:cNvPr id="6" name="Espaço Reservado para Rodapé 5">
            <a:extLst>
              <a:ext uri="{FF2B5EF4-FFF2-40B4-BE49-F238E27FC236}">
                <a16:creationId xmlns:a16="http://schemas.microsoft.com/office/drawing/2014/main" id="{E718CC80-09B3-3A17-B837-17ED19B8001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B58B533-E95A-E931-0F17-4C959D99F17E}"/>
              </a:ext>
            </a:extLst>
          </p:cNvPr>
          <p:cNvSpPr>
            <a:spLocks noGrp="1"/>
          </p:cNvSpPr>
          <p:nvPr>
            <p:ph type="sldNum" sz="quarter" idx="12"/>
          </p:nvPr>
        </p:nvSpPr>
        <p:spPr/>
        <p:txBody>
          <a:bodyPr/>
          <a:lstStyle/>
          <a:p>
            <a:fld id="{C162BBAF-71F3-4A8B-B907-80A6AB04134C}" type="slidenum">
              <a:rPr lang="pt-BR" smtClean="0"/>
              <a:t>‹nº›</a:t>
            </a:fld>
            <a:endParaRPr lang="pt-BR"/>
          </a:p>
        </p:txBody>
      </p:sp>
    </p:spTree>
    <p:extLst>
      <p:ext uri="{BB962C8B-B14F-4D97-AF65-F5344CB8AC3E}">
        <p14:creationId xmlns:p14="http://schemas.microsoft.com/office/powerpoint/2010/main" val="384300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D62802-3715-99A3-D533-F77BF476FA24}"/>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84577D83-22F6-8167-00DC-95C69158C842}"/>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4B59C28-84BE-F431-84FF-689BBB1E0D2D}"/>
              </a:ext>
            </a:extLst>
          </p:cNvPr>
          <p:cNvSpPr>
            <a:spLocks noGrp="1"/>
          </p:cNvSpPr>
          <p:nvPr>
            <p:ph type="dt" sz="half" idx="10"/>
          </p:nvPr>
        </p:nvSpPr>
        <p:spPr/>
        <p:txBody>
          <a:bodyPr/>
          <a:lstStyle/>
          <a:p>
            <a:fld id="{30276375-3082-44E4-B673-8BDE272A4446}" type="datetimeFigureOut">
              <a:rPr lang="pt-BR" smtClean="0"/>
              <a:t>07/05/2026</a:t>
            </a:fld>
            <a:endParaRPr lang="pt-BR"/>
          </a:p>
        </p:txBody>
      </p:sp>
      <p:sp>
        <p:nvSpPr>
          <p:cNvPr id="5" name="Espaço Reservado para Rodapé 4">
            <a:extLst>
              <a:ext uri="{FF2B5EF4-FFF2-40B4-BE49-F238E27FC236}">
                <a16:creationId xmlns:a16="http://schemas.microsoft.com/office/drawing/2014/main" id="{EA0226C7-E4AD-5D83-2521-0F754F7FCB8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5F271ED-A192-6A70-4A69-73B239A74AD9}"/>
              </a:ext>
            </a:extLst>
          </p:cNvPr>
          <p:cNvSpPr>
            <a:spLocks noGrp="1"/>
          </p:cNvSpPr>
          <p:nvPr>
            <p:ph type="sldNum" sz="quarter" idx="12"/>
          </p:nvPr>
        </p:nvSpPr>
        <p:spPr/>
        <p:txBody>
          <a:bodyPr/>
          <a:lstStyle/>
          <a:p>
            <a:fld id="{C162BBAF-71F3-4A8B-B907-80A6AB04134C}" type="slidenum">
              <a:rPr lang="pt-BR" smtClean="0"/>
              <a:t>‹nº›</a:t>
            </a:fld>
            <a:endParaRPr lang="pt-BR"/>
          </a:p>
        </p:txBody>
      </p:sp>
    </p:spTree>
    <p:extLst>
      <p:ext uri="{BB962C8B-B14F-4D97-AF65-F5344CB8AC3E}">
        <p14:creationId xmlns:p14="http://schemas.microsoft.com/office/powerpoint/2010/main" val="4170531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2149585-6945-AFAA-67D6-C87E5AED64B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9B89B1CF-8A88-E765-9037-A06ADBB18546}"/>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DD82EC6-CCE0-DA74-4940-1567A47C811F}"/>
              </a:ext>
            </a:extLst>
          </p:cNvPr>
          <p:cNvSpPr>
            <a:spLocks noGrp="1"/>
          </p:cNvSpPr>
          <p:nvPr>
            <p:ph type="dt" sz="half" idx="10"/>
          </p:nvPr>
        </p:nvSpPr>
        <p:spPr/>
        <p:txBody>
          <a:bodyPr/>
          <a:lstStyle/>
          <a:p>
            <a:fld id="{30276375-3082-44E4-B673-8BDE272A4446}" type="datetimeFigureOut">
              <a:rPr lang="pt-BR" smtClean="0"/>
              <a:t>07/05/2026</a:t>
            </a:fld>
            <a:endParaRPr lang="pt-BR"/>
          </a:p>
        </p:txBody>
      </p:sp>
      <p:sp>
        <p:nvSpPr>
          <p:cNvPr id="5" name="Espaço Reservado para Rodapé 4">
            <a:extLst>
              <a:ext uri="{FF2B5EF4-FFF2-40B4-BE49-F238E27FC236}">
                <a16:creationId xmlns:a16="http://schemas.microsoft.com/office/drawing/2014/main" id="{2DA753C8-1500-916C-62AA-19835FE995D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B2CDB6F-CE79-BCF7-2CD4-5712A4BEA80C}"/>
              </a:ext>
            </a:extLst>
          </p:cNvPr>
          <p:cNvSpPr>
            <a:spLocks noGrp="1"/>
          </p:cNvSpPr>
          <p:nvPr>
            <p:ph type="sldNum" sz="quarter" idx="12"/>
          </p:nvPr>
        </p:nvSpPr>
        <p:spPr/>
        <p:txBody>
          <a:bodyPr/>
          <a:lstStyle/>
          <a:p>
            <a:fld id="{C162BBAF-71F3-4A8B-B907-80A6AB04134C}" type="slidenum">
              <a:rPr lang="pt-BR" smtClean="0"/>
              <a:t>‹nº›</a:t>
            </a:fld>
            <a:endParaRPr lang="pt-BR"/>
          </a:p>
        </p:txBody>
      </p:sp>
    </p:spTree>
    <p:extLst>
      <p:ext uri="{BB962C8B-B14F-4D97-AF65-F5344CB8AC3E}">
        <p14:creationId xmlns:p14="http://schemas.microsoft.com/office/powerpoint/2010/main" val="1628886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AA0E4ADB-B45F-8B06-1671-6547F5CA61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9CAEE350-E556-0928-4FAC-ADC132AB37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0B77235-EA03-B266-C617-6C7E33D01B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276375-3082-44E4-B673-8BDE272A4446}" type="datetimeFigureOut">
              <a:rPr lang="pt-BR" smtClean="0"/>
              <a:t>07/05/2026</a:t>
            </a:fld>
            <a:endParaRPr lang="pt-BR"/>
          </a:p>
        </p:txBody>
      </p:sp>
      <p:sp>
        <p:nvSpPr>
          <p:cNvPr id="5" name="Espaço Reservado para Rodapé 4">
            <a:extLst>
              <a:ext uri="{FF2B5EF4-FFF2-40B4-BE49-F238E27FC236}">
                <a16:creationId xmlns:a16="http://schemas.microsoft.com/office/drawing/2014/main" id="{C9FBE18C-D381-E6E3-7FD3-EB9D36EBF6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5D0B2FC8-F113-2EC9-20FF-6545D62420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62BBAF-71F3-4A8B-B907-80A6AB04134C}" type="slidenum">
              <a:rPr lang="pt-BR" smtClean="0"/>
              <a:t>‹nº›</a:t>
            </a:fld>
            <a:endParaRPr lang="pt-BR"/>
          </a:p>
        </p:txBody>
      </p:sp>
    </p:spTree>
    <p:extLst>
      <p:ext uri="{BB962C8B-B14F-4D97-AF65-F5344CB8AC3E}">
        <p14:creationId xmlns:p14="http://schemas.microsoft.com/office/powerpoint/2010/main" val="243002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6DB364-78D8-BC5C-76DE-2FD18856ACF2}"/>
              </a:ext>
            </a:extLst>
          </p:cNvPr>
          <p:cNvSpPr>
            <a:spLocks noGrp="1"/>
          </p:cNvSpPr>
          <p:nvPr>
            <p:ph type="ctrTitle"/>
          </p:nvPr>
        </p:nvSpPr>
        <p:spPr/>
        <p:txBody>
          <a:bodyPr/>
          <a:lstStyle/>
          <a:p>
            <a:endParaRPr lang="pt-BR"/>
          </a:p>
        </p:txBody>
      </p:sp>
      <p:sp>
        <p:nvSpPr>
          <p:cNvPr id="3" name="Subtítulo 2">
            <a:extLst>
              <a:ext uri="{FF2B5EF4-FFF2-40B4-BE49-F238E27FC236}">
                <a16:creationId xmlns:a16="http://schemas.microsoft.com/office/drawing/2014/main" id="{7E627F9F-857B-E5DB-91EB-B8F5CB2334F4}"/>
              </a:ext>
            </a:extLst>
          </p:cNvPr>
          <p:cNvSpPr>
            <a:spLocks noGrp="1"/>
          </p:cNvSpPr>
          <p:nvPr>
            <p:ph type="subTitle" idx="1"/>
          </p:nvPr>
        </p:nvSpPr>
        <p:spPr/>
        <p:txBody>
          <a:bodyPr/>
          <a:lstStyle/>
          <a:p>
            <a:endParaRPr lang="pt-BR"/>
          </a:p>
        </p:txBody>
      </p:sp>
      <p:pic>
        <p:nvPicPr>
          <p:cNvPr id="5" name="Imagem 4">
            <a:extLst>
              <a:ext uri="{FF2B5EF4-FFF2-40B4-BE49-F238E27FC236}">
                <a16:creationId xmlns:a16="http://schemas.microsoft.com/office/drawing/2014/main" id="{D67C758C-8C9B-3314-8002-F44CFEE9E22D}"/>
              </a:ext>
            </a:extLst>
          </p:cNvPr>
          <p:cNvPicPr>
            <a:picLocks noChangeAspect="1"/>
          </p:cNvPicPr>
          <p:nvPr/>
        </p:nvPicPr>
        <p:blipFill>
          <a:blip r:embed="rId3"/>
          <a:stretch>
            <a:fillRect/>
          </a:stretch>
        </p:blipFill>
        <p:spPr>
          <a:xfrm>
            <a:off x="34796" y="0"/>
            <a:ext cx="12122407" cy="6858000"/>
          </a:xfrm>
          <a:prstGeom prst="rect">
            <a:avLst/>
          </a:prstGeom>
        </p:spPr>
      </p:pic>
    </p:spTree>
    <p:extLst>
      <p:ext uri="{BB962C8B-B14F-4D97-AF65-F5344CB8AC3E}">
        <p14:creationId xmlns:p14="http://schemas.microsoft.com/office/powerpoint/2010/main" val="349260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5671DD-6879-81FD-7BBB-52A6591BC721}"/>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F338A98B-F3E9-391F-F3F6-4CE90239D2C2}"/>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20318F35-43E3-CE34-21C7-608083239B59}"/>
              </a:ext>
            </a:extLst>
          </p:cNvPr>
          <p:cNvPicPr>
            <a:picLocks noChangeAspect="1"/>
          </p:cNvPicPr>
          <p:nvPr/>
        </p:nvPicPr>
        <p:blipFill>
          <a:blip r:embed="rId3"/>
          <a:stretch>
            <a:fillRect/>
          </a:stretch>
        </p:blipFill>
        <p:spPr>
          <a:xfrm>
            <a:off x="0" y="8223"/>
            <a:ext cx="12192000" cy="6841554"/>
          </a:xfrm>
          <a:prstGeom prst="rect">
            <a:avLst/>
          </a:prstGeom>
        </p:spPr>
      </p:pic>
    </p:spTree>
    <p:extLst>
      <p:ext uri="{BB962C8B-B14F-4D97-AF65-F5344CB8AC3E}">
        <p14:creationId xmlns:p14="http://schemas.microsoft.com/office/powerpoint/2010/main" val="1275945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C11239-1C98-45EF-5521-0A261499CF05}"/>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DF0D702B-10F3-52B6-3C97-5CDD6EBE4F90}"/>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1F2A98C7-702E-16F6-B9D6-0B70989FC824}"/>
              </a:ext>
            </a:extLst>
          </p:cNvPr>
          <p:cNvPicPr>
            <a:picLocks noChangeAspect="1"/>
          </p:cNvPicPr>
          <p:nvPr/>
        </p:nvPicPr>
        <p:blipFill>
          <a:blip r:embed="rId3"/>
          <a:stretch>
            <a:fillRect/>
          </a:stretch>
        </p:blipFill>
        <p:spPr>
          <a:xfrm>
            <a:off x="7531" y="0"/>
            <a:ext cx="12176937" cy="6858000"/>
          </a:xfrm>
          <a:prstGeom prst="rect">
            <a:avLst/>
          </a:prstGeom>
        </p:spPr>
      </p:pic>
    </p:spTree>
    <p:extLst>
      <p:ext uri="{BB962C8B-B14F-4D97-AF65-F5344CB8AC3E}">
        <p14:creationId xmlns:p14="http://schemas.microsoft.com/office/powerpoint/2010/main" val="321067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3BF4A3-149D-DEE7-4207-35F7E01EB1EC}"/>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4F0175B6-DBAF-5198-A97A-67DF24C05E73}"/>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BC19D8FA-105C-B0E5-30DE-EC8D6F7B0280}"/>
              </a:ext>
            </a:extLst>
          </p:cNvPr>
          <p:cNvPicPr>
            <a:picLocks noChangeAspect="1"/>
          </p:cNvPicPr>
          <p:nvPr/>
        </p:nvPicPr>
        <p:blipFill>
          <a:blip r:embed="rId3"/>
          <a:stretch>
            <a:fillRect/>
          </a:stretch>
        </p:blipFill>
        <p:spPr>
          <a:xfrm>
            <a:off x="0" y="25932"/>
            <a:ext cx="12192000" cy="6806136"/>
          </a:xfrm>
          <a:prstGeom prst="rect">
            <a:avLst/>
          </a:prstGeom>
        </p:spPr>
      </p:pic>
    </p:spTree>
    <p:extLst>
      <p:ext uri="{BB962C8B-B14F-4D97-AF65-F5344CB8AC3E}">
        <p14:creationId xmlns:p14="http://schemas.microsoft.com/office/powerpoint/2010/main" val="2554085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FDCC60-DCEF-FE30-87CA-858A0091BFD7}"/>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EE707678-06F3-9D95-CA24-1E82F01400D4}"/>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99D5D2C6-622D-F391-BE54-F36AFF4B12AF}"/>
              </a:ext>
            </a:extLst>
          </p:cNvPr>
          <p:cNvPicPr>
            <a:picLocks noChangeAspect="1"/>
          </p:cNvPicPr>
          <p:nvPr/>
        </p:nvPicPr>
        <p:blipFill>
          <a:blip r:embed="rId3"/>
          <a:stretch>
            <a:fillRect/>
          </a:stretch>
        </p:blipFill>
        <p:spPr>
          <a:xfrm>
            <a:off x="0" y="15719"/>
            <a:ext cx="12192000" cy="6826562"/>
          </a:xfrm>
          <a:prstGeom prst="rect">
            <a:avLst/>
          </a:prstGeom>
        </p:spPr>
      </p:pic>
    </p:spTree>
    <p:extLst>
      <p:ext uri="{BB962C8B-B14F-4D97-AF65-F5344CB8AC3E}">
        <p14:creationId xmlns:p14="http://schemas.microsoft.com/office/powerpoint/2010/main" val="1068684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B6960-DA1E-531E-B131-DE237DF21F3D}"/>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51E62F0B-2934-A7A0-D8C7-7AE635403BB3}"/>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0D243E92-A696-A7D4-9071-EC95F3E1AFEF}"/>
              </a:ext>
            </a:extLst>
          </p:cNvPr>
          <p:cNvPicPr>
            <a:picLocks noChangeAspect="1"/>
          </p:cNvPicPr>
          <p:nvPr/>
        </p:nvPicPr>
        <p:blipFill>
          <a:blip r:embed="rId3"/>
          <a:stretch>
            <a:fillRect/>
          </a:stretch>
        </p:blipFill>
        <p:spPr>
          <a:xfrm>
            <a:off x="0" y="5000"/>
            <a:ext cx="12192000" cy="6848000"/>
          </a:xfrm>
          <a:prstGeom prst="rect">
            <a:avLst/>
          </a:prstGeom>
        </p:spPr>
      </p:pic>
    </p:spTree>
    <p:extLst>
      <p:ext uri="{BB962C8B-B14F-4D97-AF65-F5344CB8AC3E}">
        <p14:creationId xmlns:p14="http://schemas.microsoft.com/office/powerpoint/2010/main" val="2441130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C974D1-DA59-47C1-0291-CA4018F3E88A}"/>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5BA18D27-FF90-7859-0641-B7D6FB405D4D}"/>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527511BB-D517-CA2D-6FC5-0C9004706C3D}"/>
              </a:ext>
            </a:extLst>
          </p:cNvPr>
          <p:cNvPicPr>
            <a:picLocks noChangeAspect="1"/>
          </p:cNvPicPr>
          <p:nvPr/>
        </p:nvPicPr>
        <p:blipFill>
          <a:blip r:embed="rId3"/>
          <a:stretch>
            <a:fillRect/>
          </a:stretch>
        </p:blipFill>
        <p:spPr>
          <a:xfrm>
            <a:off x="5328" y="0"/>
            <a:ext cx="12181343" cy="6858000"/>
          </a:xfrm>
          <a:prstGeom prst="rect">
            <a:avLst/>
          </a:prstGeom>
        </p:spPr>
      </p:pic>
    </p:spTree>
    <p:extLst>
      <p:ext uri="{BB962C8B-B14F-4D97-AF65-F5344CB8AC3E}">
        <p14:creationId xmlns:p14="http://schemas.microsoft.com/office/powerpoint/2010/main" val="132205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E82173-0F98-6CFD-7E3C-D4C3461DDAEB}"/>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E4C41CC4-1E09-5935-7CC1-33C279F505FF}"/>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86D5737B-A6C1-A2EF-5938-2964E811A906}"/>
              </a:ext>
            </a:extLst>
          </p:cNvPr>
          <p:cNvPicPr>
            <a:picLocks noChangeAspect="1"/>
          </p:cNvPicPr>
          <p:nvPr/>
        </p:nvPicPr>
        <p:blipFill>
          <a:blip r:embed="rId2"/>
          <a:stretch>
            <a:fillRect/>
          </a:stretch>
        </p:blipFill>
        <p:spPr>
          <a:xfrm>
            <a:off x="11518" y="0"/>
            <a:ext cx="12168963" cy="6858000"/>
          </a:xfrm>
          <a:prstGeom prst="rect">
            <a:avLst/>
          </a:prstGeom>
        </p:spPr>
      </p:pic>
    </p:spTree>
    <p:extLst>
      <p:ext uri="{BB962C8B-B14F-4D97-AF65-F5344CB8AC3E}">
        <p14:creationId xmlns:p14="http://schemas.microsoft.com/office/powerpoint/2010/main" val="2348115043"/>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487</Words>
  <Application>Microsoft Office PowerPoint</Application>
  <PresentationFormat>Widescreen</PresentationFormat>
  <Paragraphs>31</Paragraphs>
  <Slides>8</Slides>
  <Notes>7</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8</vt:i4>
      </vt:variant>
    </vt:vector>
  </HeadingPairs>
  <TitlesOfParts>
    <vt:vector size="12" baseType="lpstr">
      <vt:lpstr>Aptos</vt:lpstr>
      <vt:lpstr>Aptos Display</vt:lpstr>
      <vt:lpstr>Arial</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Luan Machado</dc:creator>
  <cp:lastModifiedBy>Luan Machado</cp:lastModifiedBy>
  <cp:revision>1</cp:revision>
  <dcterms:created xsi:type="dcterms:W3CDTF">2026-05-07T15:20:36Z</dcterms:created>
  <dcterms:modified xsi:type="dcterms:W3CDTF">2026-05-07T15:50:00Z</dcterms:modified>
</cp:coreProperties>
</file>