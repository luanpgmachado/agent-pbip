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F8C01-7C55-D4F0-CAD7-593558D8E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9E7A12-AA66-80C5-2A6D-D3F2B1EF1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EA152E-9EAD-1F09-0EBC-96BD1952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BA849B-23C1-2539-841D-9D97B339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BA9469-16FC-8DA5-F13B-9A033599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018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A12F2-8151-A121-723C-4119D2E3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A4633-CB0E-746B-8F54-8DB78CAA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596FDD-5ADA-09B3-4B68-3E16FC5E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96553C-B94F-9267-30DA-7C76C0772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4AE969-F417-227A-74FF-9A009DC37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949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92322C-A447-F3E9-8280-36048CD82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2975AD-CEEE-DBB8-7704-89418B769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BEF53F-B5C3-487C-4ABB-24CAC6F0A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1915FB-300F-A463-CDF6-A0441D866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2A2422-27FF-190B-B691-96FC8F91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08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20C3D-705E-9DFA-788F-4823C6A30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B19089-76E2-3408-F316-3EC38107D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A303AB-B6E2-6609-8246-2162A563C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12490A-2466-2D0E-E7AF-F42472ED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7B34E6-AADC-CC4F-1FCE-07771711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3BBCFF9-7376-CB36-8F4F-16F86B6A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571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2FC2B-BB02-B6C1-B60C-26F2320D3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C0D099-ECF9-F77E-B319-7CD8534D1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942B0C-1FC9-AB77-45AB-AAB9306E1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B889928-4250-8407-B53C-7D9A2404E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83C088-0B67-DA23-207E-717BDCE653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EE44B9-1500-BBCD-2D84-BE30BF71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33EAC2D-0FE7-23C4-A827-E7A999E7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12AC04C-793E-0155-19F0-4325ECEB5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950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07E7A-8716-A1DB-5AEB-6CC6B308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949663B-B6C8-412D-3A2F-1C84A05F9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627D46-A2FD-8697-5AEB-8FF2B94EC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70D32D-E5F3-10E8-F69A-B7A11AF8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96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9D5527F-4C71-63D3-18C2-4C4E240B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66B81AA-169A-34AB-54DB-F04D964B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83915B-67C2-1159-6EC8-8FF5EBE0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0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87B8C5-2FE4-7881-1742-A334AC4CA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1520A8-8C3C-2C1B-1BC6-3111B39F7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D18589-7805-D333-063B-B4D8F069A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1FD9436-AA24-AD8F-C156-FAD61C101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5E89B8-3739-73E6-5A0D-1A2BDC04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732033-162B-91FA-E9A4-CB083FCA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5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D136C-0C8D-8899-DA23-25EBEEF5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7D4BE-3CEA-A4D2-331A-75C9FDF069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621FBF-10F3-684A-2B6B-F796BB82E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C20585-03CE-D599-DDE2-862ABDD8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93D0DE-3690-74DF-DD1F-276CA0A3A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36A689-F532-45F7-01E5-B03042BD3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91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6A513-25CE-B19E-6C49-E6BFE1D5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FC1A014-1BC3-3F77-8A5A-885BB8FFA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CD47ED-03F3-1A05-5F2F-57AA6B9FA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9C68E1-6039-93F4-24F3-98995A6F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C08399-7DFE-4422-D421-15F7D1073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9878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38CBCE-FF85-61CD-3AA9-8F45B1A23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01319F-25E6-99CE-747A-D8FD102AB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440FD2-D7E6-CD4B-1AB1-1F7B303C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15F32D-46C3-3B3D-9B4A-9FCDF0C03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B67ED3-ADC6-05FC-FA9D-5D83A4E6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435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AFE833A-B700-85D6-4D0A-FB3B289E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B746A1-20A9-3445-BE44-79A0D5C5A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8883A4-99A6-5643-0D55-B453D749A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E4A253-F66D-4EB8-A51F-83194342723A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2D417-E05F-8895-01C1-986052CC8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23B271-9C03-2C5E-DD95-18F9A1CD59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2ACD30-9F57-482A-9908-2046010E892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10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782B48-A560-8D47-062E-DDB2418673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5AB1B4-4E2A-69FE-9714-CA91489872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D4D0AD-11D9-FE78-11D0-5355C6005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1"/>
            <a:ext cx="12192000" cy="683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90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AFC8B-D46D-59D0-28CF-B154F12EE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55B7F9-3422-6150-DF44-19894DBA1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7352D1-382F-369F-31F1-F65C34902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334"/>
            <a:ext cx="12192000" cy="6417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438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672C5A-885A-C201-A5CA-C60ED584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7986D-CE9D-26B6-D1D8-012AC2089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222F6EA-6B8F-A9E2-2D71-5B1E36D43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0188"/>
            <a:ext cx="12192000" cy="475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193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35FC6-5957-33DB-AF76-C0A41EDAD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7D4B6D-24A3-5AE1-43D8-0E67DA4E8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0D87B7-388E-1797-A9D0-078EE48B9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02" y="0"/>
            <a:ext cx="12129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2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B04820-06E9-7917-6575-59A9059E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571565-1039-0B18-3FC8-8B98BC6A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0F34B3-B281-3AB0-41BC-5BE344EA0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0539"/>
            <a:ext cx="12192000" cy="637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9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FB04B-1E1E-5A69-2B59-58028DA6E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5EF3F2-02BB-F835-3673-655F71E74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1B6209-3DFC-46F0-EDBD-AA436F58D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76"/>
            <a:ext cx="12192000" cy="67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09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3D780-BC7B-8306-8906-984E33395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527D59-2C00-4299-E6F6-B69B28412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FAC1F0-CD33-8331-B9CD-C9881DC36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443"/>
            <a:ext cx="12192000" cy="65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5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B6792-6673-2BA3-4EB4-1C5B391C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AEA25D-F1CE-6AEB-EF45-3D69202C4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873310-0968-14D7-B498-F8EEE224A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374"/>
            <a:ext cx="12192000" cy="668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59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Luan Machado</dc:creator>
  <cp:lastModifiedBy>Luan Machado</cp:lastModifiedBy>
  <cp:revision>1</cp:revision>
  <dcterms:created xsi:type="dcterms:W3CDTF">2026-05-07T11:20:47Z</dcterms:created>
  <dcterms:modified xsi:type="dcterms:W3CDTF">2026-05-07T11:24:06Z</dcterms:modified>
</cp:coreProperties>
</file>